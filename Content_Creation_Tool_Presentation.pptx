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6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6570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5029200" cy="502920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3840480" cy="384048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73152" cy="2560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kern="0" spc="400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 CREATION </a:t>
            </a:r>
            <a:r>
              <a:rPr lang="en-US" sz="46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79" y="2216506"/>
            <a:ext cx="6462979" cy="1121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 smtClean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</a:t>
            </a:r>
            <a:r>
              <a:rPr lang="en-US" sz="1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&amp;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 Desktop Application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1554480" cy="320040"/>
          </a:xfrm>
          <a:prstGeom prst="roundRect">
            <a:avLst>
              <a:gd name="adj" fmla="val 22857"/>
            </a:avLst>
          </a:prstGeom>
          <a:solidFill>
            <a:srgbClr val="1B2B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657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</a:rPr>
              <a:t>Python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04288" y="3657600"/>
            <a:ext cx="1554480" cy="320040"/>
          </a:xfrm>
          <a:prstGeom prst="roundRect">
            <a:avLst>
              <a:gd name="adj" fmla="val 22857"/>
            </a:avLst>
          </a:prstGeom>
          <a:solidFill>
            <a:srgbClr val="1B2B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04288" y="3657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</a:rPr>
              <a:t>Firebase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68496" y="3657600"/>
            <a:ext cx="1554480" cy="320040"/>
          </a:xfrm>
          <a:prstGeom prst="roundRect">
            <a:avLst>
              <a:gd name="adj" fmla="val 22857"/>
            </a:avLst>
          </a:prstGeom>
          <a:solidFill>
            <a:srgbClr val="1B2B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68496" y="3657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</a:rPr>
              <a:t>MediaPipe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32704" y="3657600"/>
            <a:ext cx="1554480" cy="320040"/>
          </a:xfrm>
          <a:prstGeom prst="roundRect">
            <a:avLst>
              <a:gd name="adj" fmla="val 22857"/>
            </a:avLst>
          </a:prstGeom>
          <a:solidFill>
            <a:srgbClr val="1B2B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32704" y="3657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</a:rPr>
              <a:t>face_recognition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296912" y="3657600"/>
            <a:ext cx="1554480" cy="320040"/>
          </a:xfrm>
          <a:prstGeom prst="roundRect">
            <a:avLst>
              <a:gd name="adj" fmla="val 22857"/>
            </a:avLst>
          </a:prstGeom>
          <a:solidFill>
            <a:srgbClr val="1B2B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96912" y="3657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</a:rPr>
              <a:t>yt-dlp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smtClean="0">
                <a:solidFill>
                  <a:srgbClr val="8EAFC0"/>
                </a:solidFill>
              </a:rPr>
              <a:t>Computer </a:t>
            </a:r>
            <a:r>
              <a:rPr lang="en-US" sz="1000" dirty="0">
                <a:solidFill>
                  <a:srgbClr val="8EAFC0"/>
                </a:solidFill>
              </a:rPr>
              <a:t>Science Department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069080" cy="1691640"/>
          </a:xfrm>
          <a:prstGeom prst="rect">
            <a:avLst/>
          </a:prstGeom>
          <a:solidFill>
            <a:srgbClr val="1B2B3B"/>
          </a:solidFill>
          <a:ln w="12700">
            <a:solidFill>
              <a:srgbClr val="0891B2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1556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</a:rPr>
              <a:t>Manual Effort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847088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</a:rPr>
              <a:t>Manually scanning hours of video footage to find specific faces or scenes is extremely time-consuming and error-prone.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005840"/>
            <a:ext cx="4069080" cy="1691640"/>
          </a:xfrm>
          <a:prstGeom prst="rect">
            <a:avLst/>
          </a:prstGeom>
          <a:solidFill>
            <a:srgbClr val="1B2B3B"/>
          </a:solidFill>
          <a:ln w="12700">
            <a:solidFill>
              <a:srgbClr val="0891B2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11556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800600" y="153619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</a:rPr>
              <a:t>No Access Control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847088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</a:rPr>
              <a:t>Existing tools lack user authentication, role management, or license-based feature restrictions.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4069080" cy="1691640"/>
          </a:xfrm>
          <a:prstGeom prst="rect">
            <a:avLst/>
          </a:prstGeom>
          <a:solidFill>
            <a:srgbClr val="1B2B3B"/>
          </a:solidFill>
          <a:ln w="12700">
            <a:solidFill>
              <a:srgbClr val="0891B2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99008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341071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</a:rPr>
              <a:t>No AI Integration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721608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</a:rPr>
              <a:t>Most desktop video tools don't combine AI face detection, object detection, and smart filtering in one place.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880360"/>
            <a:ext cx="4069080" cy="1691640"/>
          </a:xfrm>
          <a:prstGeom prst="rect">
            <a:avLst/>
          </a:prstGeom>
          <a:solidFill>
            <a:srgbClr val="1B2B3B"/>
          </a:solidFill>
          <a:ln w="12700">
            <a:solidFill>
              <a:srgbClr val="0891B2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299008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00600" y="341071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</a:rPr>
              <a:t>No Workflow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721608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</a:rPr>
              <a:t>There is no unified tool to download, split, filter, preview, and export video clips in a single pipeline.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smtClean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</a:t>
            </a: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Pipeline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" y="1627632"/>
            <a:ext cx="1005840" cy="10058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62763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⬇️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2670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Download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99923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FC0"/>
                </a:solidFill>
              </a:rPr>
              <a:t>Any URL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EAFC0"/>
                </a:solidFill>
              </a:rPr>
              <a:t>(YouTube,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EAFC0"/>
                </a:solidFill>
              </a:rPr>
              <a:t>Instagram...)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81912" y="2075688"/>
            <a:ext cx="4572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1627632"/>
            <a:ext cx="1005840" cy="10058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162763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✂️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121408" y="2670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75688" y="299923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FC0"/>
                </a:solidFill>
              </a:rPr>
              <a:t>Auto split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EAFC0"/>
                </a:solidFill>
              </a:rPr>
              <a:t>into clips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EAFC0"/>
                </a:solidFill>
              </a:rPr>
              <a:t>(ffmpeg)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2075688"/>
            <a:ext cx="4572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95928" y="1627632"/>
            <a:ext cx="1005840" cy="10058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95928" y="162763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831336" y="2670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Filter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85616" y="299923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FC0"/>
                </a:solidFill>
              </a:rPr>
              <a:t>AI Face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EAFC0"/>
                </a:solidFill>
              </a:rPr>
              <a:t>Detection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EAFC0"/>
                </a:solidFill>
              </a:rPr>
              <a:t>(MediaPipe)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01768" y="2075688"/>
            <a:ext cx="4572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05856" y="1627632"/>
            <a:ext cx="1005840" cy="10058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05856" y="162763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41264" y="2670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Identify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95544" y="299923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FC0"/>
                </a:solidFill>
              </a:rPr>
              <a:t>Specific Face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EAFC0"/>
                </a:solidFill>
              </a:rPr>
              <a:t>(face_recognition)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11696" y="2075688"/>
            <a:ext cx="4572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15784" y="1627632"/>
            <a:ext cx="1005840" cy="10058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15784" y="162763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251192" y="2670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Export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05472" y="299923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FC0"/>
                </a:solidFill>
              </a:rPr>
              <a:t>MP4/AVI/MKV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EAFC0"/>
                </a:solidFill>
              </a:rPr>
              <a:t>with Preview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794760"/>
            <a:ext cx="8229600" cy="1051560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85876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</a:rPr>
              <a:t>🔐  Firebase Auth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</a:rPr>
              <a:t>+ Single Device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42032" y="3977640"/>
            <a:ext cx="36576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0" y="385876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smtClean="0">
                <a:solidFill>
                  <a:srgbClr val="E8F4F8"/>
                </a:solidFill>
              </a:rPr>
              <a:t> </a:t>
            </a:r>
            <a:r>
              <a:rPr lang="en-US" sz="1000" dirty="0">
                <a:solidFill>
                  <a:srgbClr val="E8F4F8"/>
                </a:solidFill>
              </a:rPr>
              <a:t>Role-Based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</a:rPr>
              <a:t>Access Control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53712" y="3977640"/>
            <a:ext cx="36576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85876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</a:rPr>
              <a:t>🔑  License System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</a:rPr>
              <a:t>(Trial/Pro/Lifetime)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65392" y="3977640"/>
            <a:ext cx="36576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385876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</a:rPr>
              <a:t>👥  Admin Panel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</a:rPr>
              <a:t>+ License Manager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54864" cy="7772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9784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🎬  Video Download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" y="13075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0"/>
                </a:solidFill>
              </a:rPr>
              <a:t>Downloads from YouTube, Instagram, TikTok, Facebook &amp; more via yt-dlp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00600" y="960120"/>
            <a:ext cx="54864" cy="7772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46904" y="9784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✂️  Smart Split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46904" y="13075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0"/>
                </a:solidFill>
              </a:rPr>
              <a:t>Splits video into clips using ffmpeg with configurable clip duration (1–60s)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84248"/>
            <a:ext cx="54864" cy="7772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20025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👤  Any Face Detection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" y="23317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0"/>
                </a:solidFill>
              </a:rPr>
              <a:t>Detects any human face in clips using Google MediaPipe — fast &amp; accurate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1984248"/>
            <a:ext cx="54864" cy="7772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46904" y="20025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🎯  Specific Face Search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46904" y="23317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0"/>
                </a:solidFill>
              </a:rPr>
              <a:t>Finds a specific person using face_recognition with a reference photo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08376"/>
            <a:ext cx="54864" cy="7772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" y="30266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Batch Dashboard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" y="33558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0"/>
                </a:solidFill>
              </a:rPr>
              <a:t>Tracks every clip's status in real-time with ETA and progress bars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3008376"/>
            <a:ext cx="54864" cy="7772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46904" y="30266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🎬  Live Preview Player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46904" y="33558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0"/>
                </a:solidFill>
              </a:rPr>
              <a:t>Preview filtered clips with play/pause, speed control &amp; thumbnail strip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032504"/>
            <a:ext cx="54864" cy="7772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40507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🔑  License System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3504" y="43799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0"/>
                </a:solidFill>
              </a:rPr>
              <a:t>Trial / Pro / Lifetime plans with Firebase validation &amp; offline cache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4032504"/>
            <a:ext cx="54864" cy="7772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46904" y="40507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👥  Admin Panel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46904" y="43799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0"/>
                </a:solidFill>
              </a:rPr>
              <a:t>Create users, manage roles (Admin/User) &amp; generate license keys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4023360" cy="1828800"/>
          </a:xfrm>
          <a:prstGeom prst="rect">
            <a:avLst/>
          </a:prstGeom>
          <a:solidFill>
            <a:srgbClr val="1B2B3B"/>
          </a:solidFill>
          <a:ln w="12700">
            <a:solidFill>
              <a:srgbClr val="0891B2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402336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 / GUI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6072" y="143560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</a:rPr>
              <a:t>▸  </a:t>
            </a:r>
            <a:r>
              <a:rPr lang="en-US" sz="1050" dirty="0">
                <a:solidFill>
                  <a:srgbClr val="E8F4F8"/>
                </a:solidFill>
              </a:rPr>
              <a:t>Python 3.11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6072" y="176479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</a:rPr>
              <a:t>▸  </a:t>
            </a:r>
            <a:r>
              <a:rPr lang="en-US" sz="1050" dirty="0">
                <a:solidFill>
                  <a:srgbClr val="E8F4F8"/>
                </a:solidFill>
              </a:rPr>
              <a:t>Tkinter (GUI Framework)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76072" y="209397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</a:rPr>
              <a:t>▸  </a:t>
            </a:r>
            <a:r>
              <a:rPr lang="en-US" sz="1050" dirty="0">
                <a:solidFill>
                  <a:srgbClr val="E8F4F8"/>
                </a:solidFill>
              </a:rPr>
              <a:t>Pillow (Image rendering)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6072" y="242316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</a:rPr>
              <a:t>▸  </a:t>
            </a:r>
            <a:r>
              <a:rPr lang="en-US" sz="1050" dirty="0">
                <a:solidFill>
                  <a:srgbClr val="E8F4F8"/>
                </a:solidFill>
              </a:rPr>
              <a:t>OpenCV (Video frames)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023360" cy="1828800"/>
          </a:xfrm>
          <a:prstGeom prst="rect">
            <a:avLst/>
          </a:prstGeom>
          <a:solidFill>
            <a:srgbClr val="1B2B3B"/>
          </a:solidFill>
          <a:ln w="12700">
            <a:solidFill>
              <a:srgbClr val="7C3AED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402336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AI / Machine Learning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9472" y="143560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▸  </a:t>
            </a:r>
            <a:r>
              <a:rPr lang="en-US" sz="1050" dirty="0">
                <a:solidFill>
                  <a:srgbClr val="E8F4F8"/>
                </a:solidFill>
              </a:rPr>
              <a:t>MediaPipe (Face Detection)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19472" y="176479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▸  </a:t>
            </a:r>
            <a:r>
              <a:rPr lang="en-US" sz="1050" dirty="0">
                <a:solidFill>
                  <a:srgbClr val="E8F4F8"/>
                </a:solidFill>
              </a:rPr>
              <a:t>face_recognition library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19472" y="209397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▸  </a:t>
            </a:r>
            <a:r>
              <a:rPr lang="en-US" sz="1050" dirty="0">
                <a:solidFill>
                  <a:srgbClr val="E8F4F8"/>
                </a:solidFill>
              </a:rPr>
              <a:t>YOLOv8 — Ultralytics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19472" y="242316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▸  </a:t>
            </a:r>
            <a:r>
              <a:rPr lang="en-US" sz="1050" dirty="0">
                <a:solidFill>
                  <a:srgbClr val="E8F4F8"/>
                </a:solidFill>
              </a:rPr>
              <a:t>OpenCV (Frame analysis)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2971800"/>
            <a:ext cx="4023360" cy="1828800"/>
          </a:xfrm>
          <a:prstGeom prst="rect">
            <a:avLst/>
          </a:prstGeom>
          <a:solidFill>
            <a:srgbClr val="1B2B3B"/>
          </a:solidFill>
          <a:ln w="12700">
            <a:solidFill>
              <a:srgbClr val="D97706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971800"/>
            <a:ext cx="402336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971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Video Processing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6072" y="344728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</a:rPr>
              <a:t>▸  </a:t>
            </a:r>
            <a:r>
              <a:rPr lang="en-US" sz="1050" dirty="0">
                <a:solidFill>
                  <a:srgbClr val="E8F4F8"/>
                </a:solidFill>
              </a:rPr>
              <a:t>yt-dlp (Video download)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76072" y="377647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</a:rPr>
              <a:t>▸  </a:t>
            </a:r>
            <a:r>
              <a:rPr lang="en-US" sz="1050" dirty="0">
                <a:solidFill>
                  <a:srgbClr val="E8F4F8"/>
                </a:solidFill>
              </a:rPr>
              <a:t>FFmpeg (Split &amp; encode)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76072" y="410565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</a:rPr>
              <a:t>▸  </a:t>
            </a:r>
            <a:r>
              <a:rPr lang="en-US" sz="1050" dirty="0">
                <a:solidFill>
                  <a:srgbClr val="E8F4F8"/>
                </a:solidFill>
              </a:rPr>
              <a:t>OpenCV (Frame capture)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76072" y="443484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</a:rPr>
              <a:t>▸  </a:t>
            </a:r>
            <a:r>
              <a:rPr lang="en-US" sz="1050" dirty="0">
                <a:solidFill>
                  <a:srgbClr val="E8F4F8"/>
                </a:solidFill>
              </a:rPr>
              <a:t>Multiple export formats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2971800"/>
            <a:ext cx="4023360" cy="1828800"/>
          </a:xfrm>
          <a:prstGeom prst="rect">
            <a:avLst/>
          </a:prstGeom>
          <a:solidFill>
            <a:srgbClr val="1B2B3B"/>
          </a:solidFill>
          <a:ln w="12700">
            <a:solidFill>
              <a:srgbClr val="16A34A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971800"/>
            <a:ext cx="402336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971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 / Database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19472" y="344728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</a:rPr>
              <a:t>▸  </a:t>
            </a:r>
            <a:r>
              <a:rPr lang="en-US" sz="1050" dirty="0">
                <a:solidFill>
                  <a:srgbClr val="E8F4F8"/>
                </a:solidFill>
              </a:rPr>
              <a:t>Firebase Authentication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19472" y="377647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</a:rPr>
              <a:t>▸  </a:t>
            </a:r>
            <a:r>
              <a:rPr lang="en-US" sz="1050" dirty="0">
                <a:solidFill>
                  <a:srgbClr val="E8F4F8"/>
                </a:solidFill>
              </a:rPr>
              <a:t>Firebase Realtime DB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19472" y="410565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</a:rPr>
              <a:t>▸  </a:t>
            </a:r>
            <a:r>
              <a:rPr lang="en-US" sz="1050" dirty="0">
                <a:solidFill>
                  <a:srgbClr val="E8F4F8"/>
                </a:solidFill>
              </a:rPr>
              <a:t>Firebase Admin SDK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19472" y="443484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</a:rPr>
              <a:t>▸  </a:t>
            </a:r>
            <a:r>
              <a:rPr lang="en-US" sz="1050" dirty="0">
                <a:solidFill>
                  <a:srgbClr val="E8F4F8"/>
                </a:solidFill>
              </a:rPr>
              <a:t>REST API (requests)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License &amp; Access Control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2651760" cy="3886200"/>
          </a:xfrm>
          <a:prstGeom prst="rect">
            <a:avLst/>
          </a:prstGeom>
          <a:solidFill>
            <a:srgbClr val="1B2B3B"/>
          </a:solidFill>
          <a:ln w="12700">
            <a:solidFill>
              <a:srgbClr val="8EAFC0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2651760" cy="502920"/>
          </a:xfrm>
          <a:prstGeom prst="rect">
            <a:avLst/>
          </a:prstGeom>
          <a:solidFill>
            <a:srgbClr val="8EAFC0"/>
          </a:solidFill>
          <a:ln w="12700">
            <a:solidFill>
              <a:srgbClr val="8EAF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TRIAL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FC0"/>
                </a:solidFill>
              </a:rPr>
              <a:t>Free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✓  10 clips maximum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2951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✓  MP4 format only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715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✓  Preview player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1363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0"/>
                </a:solidFill>
              </a:rPr>
              <a:t>✓  No face filter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5570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0"/>
                </a:solidFill>
              </a:rPr>
              <a:t>✓  No history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960120"/>
            <a:ext cx="2651760" cy="3886200"/>
          </a:xfrm>
          <a:prstGeom prst="rect">
            <a:avLst/>
          </a:prstGeom>
          <a:solidFill>
            <a:srgbClr val="1B2B3B"/>
          </a:solidFill>
          <a:ln w="12700">
            <a:solidFill>
              <a:srgbClr val="00D4FF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960120"/>
            <a:ext cx="2651760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960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46120" y="14813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D4FF"/>
                </a:solidFill>
              </a:rPr>
              <a:t>Paid — 1 Device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✓  Unlimited clips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22951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✓  All export formats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2715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✓  Face detection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31363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0"/>
                </a:solidFill>
              </a:rPr>
              <a:t>✓  Batch dashboard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35570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0"/>
                </a:solidFill>
              </a:rPr>
              <a:t>✓  Processing history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80760" y="960120"/>
            <a:ext cx="2651760" cy="3886200"/>
          </a:xfrm>
          <a:prstGeom prst="rect">
            <a:avLst/>
          </a:prstGeom>
          <a:solidFill>
            <a:srgbClr val="1B2B3B"/>
          </a:solidFill>
          <a:ln w="12700">
            <a:solidFill>
              <a:srgbClr val="22C55E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80760" y="960120"/>
            <a:ext cx="265176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960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LIFETIME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080760" y="14813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C55E"/>
                </a:solidFill>
              </a:rPr>
              <a:t>Paid — 3 Devices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✓  Everything in Pro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22951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✓  3 devices allowed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2715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✓  Never expires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31363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0"/>
                </a:solidFill>
              </a:rPr>
              <a:t>✓  Priority support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35570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0"/>
                </a:solidFill>
              </a:rPr>
              <a:t>✓  Future features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1480" y="4773168"/>
            <a:ext cx="8321040" cy="274320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7731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FC0"/>
                </a:solidFill>
              </a:rPr>
              <a:t>🔐  Single-device lock  •  7-day offline cache  •  Admin can generate, revoke &amp; track all license keys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960120"/>
          </a:xfrm>
          <a:prstGeom prst="rect">
            <a:avLst/>
          </a:prstGeom>
          <a:solidFill>
            <a:srgbClr val="1B2B3B"/>
          </a:solidFill>
          <a:ln w="12700">
            <a:solidFill>
              <a:srgbClr val="0891B2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2011680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Presentation Layer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78608" y="109728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Login Screen  •  Dashboard  •  Video Tool  •  Admin Panel  •  Preview Player  •  Batch Dashboard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960120"/>
          </a:xfrm>
          <a:prstGeom prst="rect">
            <a:avLst/>
          </a:prstGeom>
          <a:solidFill>
            <a:srgbClr val="1B2B3B"/>
          </a:solidFill>
          <a:ln w="12700">
            <a:solidFill>
              <a:srgbClr val="7C3AED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03120"/>
            <a:ext cx="201168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0312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Business Logic Layer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78608" y="224028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firebase_auth.py  •  license_manager.py  •  history_manager.py  •  video_ops.py  •  filters.py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8229600" cy="960120"/>
          </a:xfrm>
          <a:prstGeom prst="rect">
            <a:avLst/>
          </a:prstGeom>
          <a:solidFill>
            <a:srgbClr val="1B2B3B"/>
          </a:solidFill>
          <a:ln w="12700">
            <a:solidFill>
              <a:srgbClr val="16A34A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246120"/>
            <a:ext cx="2011680" cy="96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4612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/ External Layer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78608" y="338328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Firebase Auth API  •  Firebase Realtime DB  •  yt-dlp  •  FFmpeg  •  MediaPipe  •  face_recognition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0" y="1783080"/>
            <a:ext cx="54864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2926080"/>
            <a:ext cx="54864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343400"/>
            <a:ext cx="8229600" cy="685800"/>
          </a:xfrm>
          <a:prstGeom prst="rect">
            <a:avLst/>
          </a:prstGeom>
          <a:solidFill>
            <a:srgbClr val="0D2233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40740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</a:rPr>
              <a:t>App Flow:  </a:t>
            </a:r>
            <a:r>
              <a:rPr lang="en-US" sz="1100" dirty="0">
                <a:solidFill>
                  <a:srgbClr val="E8F4F8"/>
                </a:solidFill>
              </a:rPr>
              <a:t>License Window  →  Login (Firebase)  →  Dashboard  →  Video Tool  →  Face Filter  →  Export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 &amp; Capabilities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1828800" cy="1828800"/>
          </a:xfrm>
          <a:prstGeom prst="ellipse">
            <a:avLst/>
          </a:prstGeom>
          <a:solidFill>
            <a:srgbClr val="1B2B3B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5+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99339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EAFC0"/>
                </a:solidFill>
              </a:rPr>
              <a:t>Supported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EAFC0"/>
                </a:solidFill>
              </a:rPr>
              <a:t>Platforms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32888" y="960120"/>
            <a:ext cx="1828800" cy="1828800"/>
          </a:xfrm>
          <a:prstGeom prst="ellipse">
            <a:avLst/>
          </a:prstGeom>
          <a:solidFill>
            <a:srgbClr val="1B2B3B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32888" y="960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532888" y="199339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EAFC0"/>
                </a:solidFill>
              </a:rPr>
              <a:t>Detection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EAFC0"/>
                </a:solidFill>
              </a:rPr>
              <a:t>Engines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08576" y="960120"/>
            <a:ext cx="1828800" cy="1828800"/>
          </a:xfrm>
          <a:prstGeom prst="ellipse">
            <a:avLst/>
          </a:prstGeom>
          <a:solidFill>
            <a:srgbClr val="1B2B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960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608576" y="199339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EAFC0"/>
                </a:solidFill>
              </a:rPr>
              <a:t>License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EAFC0"/>
                </a:solidFill>
              </a:rPr>
              <a:t>Plans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684264" y="960120"/>
            <a:ext cx="1828800" cy="1828800"/>
          </a:xfrm>
          <a:prstGeom prst="ellipse">
            <a:avLst/>
          </a:prstGeom>
          <a:solidFill>
            <a:srgbClr val="1B2B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960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∞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684264" y="199339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EAFC0"/>
                </a:solidFill>
              </a:rPr>
              <a:t>Clips per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EAFC0"/>
                </a:solidFill>
              </a:rPr>
              <a:t>Processing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92608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✅  Secure login with single-device restriction using Firebase Authentication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27355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✅  Role-based access: Admin panel hidden from normal users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621024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✅  License key system with offline 7-day grace period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968496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FC0"/>
                </a:solidFill>
              </a:rPr>
              <a:t>✅  Download → Split → Filter → Preview → Export — complete pipeline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31596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FC0"/>
                </a:solidFill>
              </a:rPr>
              <a:t>✅  Real-time batch dashboard with per-clip status and ETA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663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FC0"/>
                </a:solidFill>
              </a:rPr>
              <a:t>✅  Face filter with two modes: Any Face (fast) and Specific Face (accurate)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Work —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4069080" cy="4023360"/>
          </a:xfrm>
          <a:prstGeom prst="rect">
            <a:avLst/>
          </a:prstGeom>
          <a:solidFill>
            <a:srgbClr val="1B2B3B"/>
          </a:solidFill>
          <a:ln w="12700">
            <a:solidFill>
              <a:srgbClr val="7C3AED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40690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 — AI Features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→  </a:t>
            </a:r>
            <a:r>
              <a:rPr lang="en-US" sz="1050" dirty="0">
                <a:solidFill>
                  <a:srgbClr val="E8F4F8"/>
                </a:solidFill>
              </a:rPr>
              <a:t>Auto Scene Detection (OpenCV histogram analysis)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203911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→  </a:t>
            </a:r>
            <a:r>
              <a:rPr lang="en-US" sz="1050" dirty="0">
                <a:solidFill>
                  <a:srgbClr val="E8F4F8"/>
                </a:solidFill>
              </a:rPr>
              <a:t>YOLO Object Filter (cars, phones, logos...)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256946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→  </a:t>
            </a:r>
            <a:r>
              <a:rPr lang="en-US" sz="1050" dirty="0">
                <a:solidFill>
                  <a:srgbClr val="E8F4F8"/>
                </a:solidFill>
              </a:rPr>
              <a:t>Auto Subtitles — Whisper AI (Urdu &amp; English)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309981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→  </a:t>
            </a:r>
            <a:r>
              <a:rPr lang="en-US" sz="1050" dirty="0">
                <a:solidFill>
                  <a:srgbClr val="E8F4F8"/>
                </a:solidFill>
              </a:rPr>
              <a:t>Smart Trim — remove silence &amp; black frames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363016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→  </a:t>
            </a:r>
            <a:r>
              <a:rPr lang="en-US" sz="1050" dirty="0">
                <a:solidFill>
                  <a:srgbClr val="E8F4F8"/>
                </a:solidFill>
              </a:rPr>
              <a:t>Quality Score per clip (blur, brightness check)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41605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→  </a:t>
            </a:r>
            <a:r>
              <a:rPr lang="en-US" sz="1050" dirty="0">
                <a:solidFill>
                  <a:srgbClr val="E8F4F8"/>
                </a:solidFill>
              </a:rPr>
              <a:t>Multi-Face Tracking (multiple targets at once)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00600" y="960120"/>
            <a:ext cx="4069080" cy="4023360"/>
          </a:xfrm>
          <a:prstGeom prst="rect">
            <a:avLst/>
          </a:prstGeom>
          <a:solidFill>
            <a:srgbClr val="1B2B3B"/>
          </a:solidFill>
          <a:ln w="1270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960120"/>
            <a:ext cx="40690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9601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 — Professional SaaS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150876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→  </a:t>
            </a:r>
            <a:r>
              <a:rPr lang="en-US" sz="1050" dirty="0">
                <a:solidFill>
                  <a:srgbClr val="E8F4F8"/>
                </a:solidFill>
              </a:rPr>
              <a:t>Cloud Processing via Firebase Functions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37760" y="203911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→  </a:t>
            </a:r>
            <a:r>
              <a:rPr lang="en-US" sz="1050" dirty="0">
                <a:solidFill>
                  <a:srgbClr val="E8F4F8"/>
                </a:solidFill>
              </a:rPr>
              <a:t>Project Manager with tags &amp; notes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37760" y="256946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→  </a:t>
            </a:r>
            <a:r>
              <a:rPr lang="en-US" sz="1050" dirty="0">
                <a:solidFill>
                  <a:srgbClr val="E8F4F8"/>
                </a:solidFill>
              </a:rPr>
              <a:t>Analytics Dashboard (usage, match rates)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0" y="309981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→  </a:t>
            </a:r>
            <a:r>
              <a:rPr lang="en-US" sz="1050" dirty="0">
                <a:solidFill>
                  <a:srgbClr val="E8F4F8"/>
                </a:solidFill>
              </a:rPr>
              <a:t>REST API &amp; Webhook integration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760" y="363016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→  </a:t>
            </a:r>
            <a:r>
              <a:rPr lang="en-US" sz="1050" dirty="0">
                <a:solidFill>
                  <a:srgbClr val="E8F4F8"/>
                </a:solidFill>
              </a:rPr>
              <a:t>Web Dashboard (browser-based results view)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114800" cy="41148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2743200" y="2331720"/>
            <a:ext cx="36576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8EAFC0"/>
                </a:solidFill>
              </a:rPr>
              <a:t>Questions &amp; Discussion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1B2B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840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D4FF"/>
                </a:solidFill>
              </a:rPr>
              <a:t>Python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45920" y="384048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1B2B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3840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D4FF"/>
                </a:solidFill>
              </a:rPr>
              <a:t>Tkinter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651760" y="384048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1B2B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3840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D4FF"/>
                </a:solidFill>
              </a:rPr>
              <a:t>Firebase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57600" y="384048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1B2B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3840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D4FF"/>
                </a:solidFill>
              </a:rPr>
              <a:t>MediaPipe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663440" y="384048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1B2B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840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D4FF"/>
                </a:solidFill>
              </a:rPr>
              <a:t>face_recognition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669280" y="384048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1B2B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3840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D4FF"/>
                </a:solidFill>
              </a:rPr>
              <a:t>yt-dlp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675120" y="384048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1B2B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3840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D4FF"/>
                </a:solidFill>
              </a:rPr>
              <a:t>FFmpeg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680960" y="384048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1B2B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0" y="3840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D4FF"/>
                </a:solidFill>
              </a:rPr>
              <a:t>YOLOv8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FC0"/>
                </a:solidFill>
              </a:rPr>
              <a:t>Computer Science Department 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765</Words>
  <Application>Microsoft Office PowerPoint</Application>
  <PresentationFormat>On-screen Show (16:9)</PresentationFormat>
  <Paragraphs>174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Abdul Tool — AI-Powered Video Processing</dc:title>
  <dc:subject>PptxGenJS Presentation</dc:subject>
  <dc:creator>Abdul Tool Team</dc:creator>
  <cp:lastModifiedBy>Fahad Ali</cp:lastModifiedBy>
  <cp:revision>5</cp:revision>
  <dcterms:created xsi:type="dcterms:W3CDTF">2026-05-12T01:29:44Z</dcterms:created>
  <dcterms:modified xsi:type="dcterms:W3CDTF">2026-05-13T17:01:43Z</dcterms:modified>
</cp:coreProperties>
</file>